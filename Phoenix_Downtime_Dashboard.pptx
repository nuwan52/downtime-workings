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69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0"/>
            <a:ext cx="3291840" cy="36576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Downtime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analytics · Engineer review workflow · Local AI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218688"/>
            <a:ext cx="27432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383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IT Management &amp; Engineering Leadership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06440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1072" y="1024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261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downtime data in one place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2121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91072" y="2139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Engineer-validated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1072" y="2377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drive reliable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32369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91072" y="32552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3493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stays on your factory LAN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downtime is managed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visibility breaks down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4813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Stoppage happens on the floor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719072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notes it verbally or on paper during the shift. Nothing enters a system until after the shift ends.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03120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1945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entered hours later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" y="2432304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stoppages for the shift are entered at once — accuracy depends on memory and how busy the shift was.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16352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9077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records the work order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" y="3145536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or Maximo captures the maintenance response, but with its own field names and no link to the operator's account.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529584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529584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621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assigns reason codes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858768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day an engineer reviews events and tries to assign root cause — but raw data quality is inconsistent.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242816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242816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43342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manual and slow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" y="4572000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analysis, Pareto charts, and shift comparisons are done by hand in spreadsheets — weekly at best, monthly in practice.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system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working together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651760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389888"/>
            <a:ext cx="2651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INTEGRATION 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1389888"/>
            <a:ext cx="2651760" cy="2743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&amp;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783080"/>
            <a:ext cx="2651760" cy="621792"/>
          </a:xfrm>
          <a:prstGeom prst="rect">
            <a:avLst/>
          </a:prstGeom>
          <a:solidFill>
            <a:srgbClr val="F4F6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83080"/>
            <a:ext cx="45720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SAP / Maximo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export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14600"/>
            <a:ext cx="2651760" cy="621792"/>
          </a:xfrm>
          <a:prstGeom prst="rect">
            <a:avLst/>
          </a:prstGeom>
          <a:solidFill>
            <a:srgbClr val="F4F6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514600"/>
            <a:ext cx="45720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entry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28437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shift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46120"/>
            <a:ext cx="2651760" cy="621792"/>
          </a:xfrm>
          <a:prstGeom prst="rect">
            <a:avLst/>
          </a:prstGeom>
          <a:solidFill>
            <a:srgbClr val="F4F6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46120"/>
            <a:ext cx="45720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5753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workstation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783080"/>
            <a:ext cx="2651760" cy="621792"/>
          </a:xfrm>
          <a:prstGeom prst="rect">
            <a:avLst/>
          </a:prstGeom>
          <a:solidFill>
            <a:srgbClr val="CCECE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783080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deduplicate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ERP + manual events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514600"/>
            <a:ext cx="2651760" cy="621792"/>
          </a:xfrm>
          <a:prstGeom prst="rect">
            <a:avLst/>
          </a:prstGeom>
          <a:solidFill>
            <a:srgbClr val="CCECE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514600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&amp; normalise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64992" y="28437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Shift, area, duration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246120"/>
            <a:ext cx="2651760" cy="621792"/>
          </a:xfrm>
          <a:prstGeom prst="rect">
            <a:avLst/>
          </a:prstGeom>
          <a:solidFill>
            <a:srgbClr val="CCECE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246120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store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64992" y="35753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1783080"/>
            <a:ext cx="265176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1B2A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1783080"/>
            <a:ext cx="45720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 queue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53912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+ descriptions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2514600"/>
            <a:ext cx="265176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1B2A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514600"/>
            <a:ext cx="45720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53912" y="28437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Pareto, trends, OEE impact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246120"/>
            <a:ext cx="265176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1B2A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3246120"/>
            <a:ext cx="45720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3912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analyser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53912" y="35753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On-premise, LAN only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42032" y="2176272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44952" y="20665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›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76672" y="2176272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20665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›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2907792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4952" y="279806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›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376672" y="2907792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9592" y="279806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›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42032" y="3639312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44952" y="35295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›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376672" y="3639312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9592" y="35295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›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11480" y="4069080"/>
            <a:ext cx="832104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</a:rPr>
              <a:t>Record states: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828800" y="416966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0" y="4169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Draft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246120" y="41696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520440" y="416966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20440" y="4169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Pending review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937760" y="41696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212080" y="416966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12080" y="4169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Reviewed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629400" y="41696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903720" y="416966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03720" y="4169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Finalized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8640" y="4480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Only Reviewed + Finalized records feed the dashboard — data quality is enforced before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post-mortem 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factory floor — not a software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shift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1545336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3060" y="1728216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389888"/>
            <a:ext cx="690372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389888"/>
            <a:ext cx="45720" cy="5120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runs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38528" y="16459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Stoppages noted by supervisors. System is not involved during the shift.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9842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shift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hrs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36192" y="21396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23060" y="2322576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984248"/>
            <a:ext cx="690372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1984248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2039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bulk entry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38528" y="224028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stoppages entered at once — area, equipment, start/end time, brief note. No reason codes required at this stage.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578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36192" y="273405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3060" y="2916936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578608"/>
            <a:ext cx="690372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2578608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8528" y="2633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batch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38528" y="283464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pulls all work orders closed that day from SAP / Maximo. No human action required.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172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batch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36192" y="332841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23060" y="3511296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3172968"/>
            <a:ext cx="690372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3172968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8528" y="32278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enrich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38528" y="342900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matches manual entries to ERP work orders. Attaches shift, area, duration. Duplicates linked and flagged.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37673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morning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36192" y="3922776"/>
            <a:ext cx="182880" cy="182880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3060" y="4105656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3767328"/>
            <a:ext cx="69037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0" y="3767328"/>
            <a:ext cx="45720" cy="512064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38528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 &amp; reason coding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938528" y="402336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assigns category → sub-category → failure mode + writes exact description of what happened. This step makes trend analysis meaningful.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3616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review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536192" y="451713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4361688"/>
            <a:ext cx="690372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4361688"/>
            <a:ext cx="4572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38528" y="4416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dashboard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938528" y="46177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records feed Pareto charts, trend analysis, MTTR by area, mold vs machine breakdowns, and AI analysis.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 queue &amp; reason coding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 — different purpose, both required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 (structured)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cascading dropdowns — consistent taxonomy for Pareto charts and trend analysis.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066544"/>
            <a:ext cx="3931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66544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Electrical, Hydraulic, Tooling, Planned, External, Human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633472"/>
            <a:ext cx="3931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33472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Sub-category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871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&amp; degradation, Control system, Seal failure, Setup error…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3931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00400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Failure mode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381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failure (MECH-WEAR-BRG), PLC fault (ELEC-CTRL-PLC)…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 · 22 sub-categories · 50+ failure mode codes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389888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description (free text)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writes exactly what happened — component, action taken, follow-up observation.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66544"/>
            <a:ext cx="3931920" cy="1417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066544"/>
            <a:ext cx="45720" cy="14173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103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ENGINEER NOTE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19472" y="230428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relay K14 intermittent — contacts pitted. Cleaned contacts as temp fix. Replacement relay ordered. Suspect same I/O loop causing recurring E-305 alarm on Press #3. Monitor — raise PM task if fault repeats within 5 days.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5844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547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Pareto charts &amp; trend reports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8587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8221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engineers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40965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AI root cause clustering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4160520"/>
            <a:ext cx="8321040" cy="676656"/>
          </a:xfrm>
          <a:prstGeom prst="rect">
            <a:avLst/>
          </a:prstGeom>
          <a:solidFill>
            <a:srgbClr val="CCECE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428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required before saving. The structured code gives you charts; the free text becomes your institutional knowledge base for fault history and AI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and machine tagging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downtime event tagged to a machine, a mold, and a fault origin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743200" cy="2834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MACHINE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happens with any mold loaded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Hydraulic seal, PLC fault, bearing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33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#1 cylinder seal — 3rd event this quarter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389888"/>
            <a:ext cx="2743200" cy="2834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389888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 in the mold itself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Cracked cavity, worn ejector pin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2578608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633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M-112 ejector pin #7 bent — 18k shots since last repair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389888"/>
            <a:ext cx="2743200" cy="2834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389888"/>
            <a:ext cx="2743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COMBINATION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occurs on a specific mold-machine pair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Alignment or parameter mismatch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578608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633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M-204 on Press #1 causes tie bar vibration — not on Press #3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370832"/>
            <a:ext cx="8321040" cy="5029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256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mold tagging, a fault on Press #1 while M-204 is loaded just looks like a Press #1 problem. With it, you can prove the fault only appears for that specific combination — pointing to an alignment or parameter mismatch, not a broken machine.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279392"/>
            <a:ext cx="8321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832604"/>
            <a:ext cx="8321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of maintenance records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analysis modes — all running on your local network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743200" cy="16276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91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repeated language across records for the same machine or mold — even when events were coded differently.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389888"/>
            <a:ext cx="2743200" cy="16276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72768"/>
            <a:ext cx="384048" cy="384048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1591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vs machine attribution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06654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fault origin tags to identify which assets are causing problems and whether any mold-machine pairing should be avoided.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389888"/>
            <a:ext cx="2743200" cy="16276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5727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1591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signals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06654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early-warning phrases: 'temporary fix', 'flagged for replacement', 'monitor for recurrence'. Builds a watchlist automatically.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218688"/>
            <a:ext cx="4069080" cy="16276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4015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8953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plain-English maintenance reports for any period — per machine, per mold, or plant-wide. Ready for management without manual writing.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218688"/>
            <a:ext cx="4069080" cy="16276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401568"/>
            <a:ext cx="384048" cy="384048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◎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8953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describes a new fault; AI finds the most similar historical events by meaning — not keyword — and surfaces past resolutions.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983480"/>
            <a:ext cx="8321040" cy="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IT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AI — data never leaves the factory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open-source models locally on a factory LAN 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651760" cy="3200400"/>
          </a:xfrm>
          <a:prstGeom prst="rect">
            <a:avLst/>
          </a:prstGeom>
          <a:solidFill>
            <a:srgbClr val="F4F6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FACTORY FLOOR DEVICES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54680" y="1389888"/>
            <a:ext cx="2651760" cy="3200400"/>
          </a:xfrm>
          <a:prstGeom prst="rect">
            <a:avLst/>
          </a:prstGeom>
          <a:solidFill>
            <a:srgbClr val="CCECE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LOCAL SERVER (FACTORY LAN)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0" y="1389888"/>
            <a:ext cx="2651760" cy="320040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DASHBOARD (ANY LAN DEVICE)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65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tablet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23744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786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workstation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91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batch export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810512"/>
            <a:ext cx="237744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865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app server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523744"/>
            <a:ext cx="237744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5786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236976"/>
            <a:ext cx="237744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1B2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91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llama3.1:8b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810512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865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523744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5786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236976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291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analyser → :11434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4315968"/>
            <a:ext cx="265176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43159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 internet connection required · fully air-gappable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4645152"/>
            <a:ext cx="8321040" cy="23774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Recommended model: llama3.1:8b · runs on 16GB RAM (CPU-only) · ~4GB download · no GPU required · can upgrade to 70b on a stronger server for better quality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— each delivers standalone value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1993392" cy="33832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199339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153619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385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Weeks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" y="23408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042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store (PostgreSQL)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" y="28895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529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nightly batch connector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" y="34381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01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bulk entry 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" y="39867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502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record state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32888" y="1389888"/>
            <a:ext cx="1993392" cy="33832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32888" y="1389888"/>
            <a:ext cx="1993392" cy="45720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13898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32888" y="16184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Review workflow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61488" y="1938528"/>
            <a:ext cx="153619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19385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7"/>
                </a:solidFill>
              </a:rPr>
              <a:t>Weeks 4–8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97480" y="2340864"/>
            <a:ext cx="91440" cy="91440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23042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 queue UI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2889504"/>
            <a:ext cx="91440" cy="91440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52928" y="28529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 taxonomy (agreed with engineers)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3438144"/>
            <a:ext cx="91440" cy="91440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3401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+ machine + fault origin tagging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97480" y="3986784"/>
            <a:ext cx="91440" cy="91440"/>
          </a:xfrm>
          <a:prstGeom prst="ellipse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2928" y="39502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edit window policy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54296" y="1389888"/>
            <a:ext cx="1993392" cy="33832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296" y="1389888"/>
            <a:ext cx="19933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13898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54296" y="16184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82896" y="1938528"/>
            <a:ext cx="153619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19385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Weeks 8–12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18888" y="23408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23042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charts by failure mode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18888" y="28895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28529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&amp; MTTR by area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18888" y="3438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3401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vs machine breakdown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18888" y="39867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39502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comparison reports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75704" y="1389888"/>
            <a:ext cx="1993392" cy="33832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75704" y="1389888"/>
            <a:ext cx="199339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75704" y="13898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75704" y="16184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AI analysis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04304" y="1938528"/>
            <a:ext cx="153619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04304" y="19385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After 3–6 months data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40296" y="234086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95744" y="23042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server setup on LAN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40296" y="288950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95744" y="28529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fault detection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40296" y="343814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95744" y="3401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signal extraction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40296" y="39867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95744" y="39502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for engineers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11480" y="4892040"/>
            <a:ext cx="8321040" cy="256032"/>
          </a:xfrm>
          <a:prstGeom prst="rect">
            <a:avLst/>
          </a:prstGeom>
          <a:solidFill>
            <a:srgbClr val="CCECE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919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5F46"/>
                </a:solidFill>
              </a:rPr>
              <a:t>Phase 4 (AI) requires ~500 reviewed records with good engineer descriptions to be meaningful. Phases 1–3 build that corpus.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needed before Phase 1 can begin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527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reason code taxonomy with engineers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0136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90-min workshop — walk through recent real stoppages and ask which code you'd have picked. This surfaces gaps before build, not after.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569464"/>
            <a:ext cx="832104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26791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ERP integration point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95351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which fields SAP / Maximo exports, the batch schedule, and who owns the API credentials. This unblocks Phase 1 data pipeline work.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21608"/>
            <a:ext cx="832104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38313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 local server for Ollama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410565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machine with 16GB RAM on the factory LAN works. Doesn't need to be dedicated — can coexist with the app server for Phase 4 readiness.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phoenix.maintenance  ·  IT Management &amp; Engineering Leadership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Office PowerPoint</Application>
  <PresentationFormat>On-screen Show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Maintenance Downtime Monitoring System</dc:title>
  <dc:subject>PptxGenJS Presentation</dc:subject>
  <dc:creator>PptxGenJS</dc:creator>
  <cp:lastModifiedBy>Sachintha Mello</cp:lastModifiedBy>
  <cp:revision>1</cp:revision>
  <dcterms:created xsi:type="dcterms:W3CDTF">2026-05-04T17:49:57Z</dcterms:created>
  <dcterms:modified xsi:type="dcterms:W3CDTF">2026-05-05T05:18:57Z</dcterms:modified>
</cp:coreProperties>
</file>